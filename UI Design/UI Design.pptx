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657" autoAdjust="0"/>
  </p:normalViewPr>
  <p:slideViewPr>
    <p:cSldViewPr>
      <p:cViewPr varScale="1">
        <p:scale>
          <a:sx n="73" d="100"/>
          <a:sy n="73" d="100"/>
        </p:scale>
        <p:origin x="-272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26D07-3F9A-4F7A-870F-235D404A8DB6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4075F-D405-4778-AD08-24836F6A6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2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Publc</a:t>
            </a:r>
            <a:r>
              <a:rPr lang="en-US" baseline="0" smtClean="0"/>
              <a:t> questions: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44075F-D405-4778-AD08-24836F6A60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5C23058-0E37-42F7-9834-270CB99924AF}" type="datetimeFigureOut">
              <a:rPr lang="en-US" smtClean="0"/>
              <a:t>9/1/2011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70DD0DD-F0BD-4F34-B02F-9E0132F532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eChart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Frank Yan</a:t>
            </a:r>
          </a:p>
          <a:p>
            <a:r>
              <a:rPr lang="en-US" dirty="0" smtClean="0"/>
              <a:t>2011-09-01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7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EsuperFund Home Page</a:t>
            </a:r>
            <a:endParaRPr lang="en-US" dirty="0"/>
          </a:p>
        </p:txBody>
      </p:sp>
      <p:pic>
        <p:nvPicPr>
          <p:cNvPr id="2050" name="Picture 2" descr="C:\Users\Yangb\Desktop\Work\初步设计\main pag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56" y="1600200"/>
            <a:ext cx="7305287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05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EsuperFund 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1.There will be a image or a Link added in the Home Page ,the place may be below ‘</a:t>
            </a:r>
            <a:r>
              <a:rPr lang="en-US" dirty="0"/>
              <a:t>Account Logins</a:t>
            </a:r>
            <a:r>
              <a:rPr lang="en-US" dirty="0" smtClean="0"/>
              <a:t>’  ‘</a:t>
            </a:r>
            <a:r>
              <a:rPr lang="en-US" dirty="0"/>
              <a:t>Apply Here</a:t>
            </a:r>
            <a:r>
              <a:rPr lang="en-US" dirty="0" smtClean="0"/>
              <a:t>’ or ‘Documents’ part. Or Other Place</a:t>
            </a:r>
          </a:p>
          <a:p>
            <a:r>
              <a:rPr lang="en-US" dirty="0" smtClean="0"/>
              <a:t>2.When Customer want to talk with robot ,he/she can click the image or link to start eChart client</a:t>
            </a:r>
          </a:p>
          <a:p>
            <a:r>
              <a:rPr lang="en-US" dirty="0" smtClean="0"/>
              <a:t>3.eChart client is a newly opened window</a:t>
            </a:r>
          </a:p>
        </p:txBody>
      </p:sp>
    </p:spTree>
    <p:extLst>
      <p:ext uri="{BB962C8B-B14F-4D97-AF65-F5344CB8AC3E}">
        <p14:creationId xmlns:p14="http://schemas.microsoft.com/office/powerpoint/2010/main" val="792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Echart</a:t>
            </a:r>
            <a:r>
              <a:rPr lang="en-US" dirty="0" smtClean="0"/>
              <a:t> Client</a:t>
            </a:r>
            <a:endParaRPr lang="en-US" dirty="0"/>
          </a:p>
        </p:txBody>
      </p:sp>
      <p:pic>
        <p:nvPicPr>
          <p:cNvPr id="3074" name="Picture 2" descr="C:\Users\Yangb\Desktop\Work\初步设计\Client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994" y="1600200"/>
            <a:ext cx="5304012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37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Echart</a:t>
            </a:r>
            <a:r>
              <a:rPr lang="en-US" dirty="0"/>
              <a:t>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1.Customer can ask public questions and private questions .If customer has log in the eChart Client ,his questions are private questions , otherwise his questions are public questions.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69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317</TotalTime>
  <Words>114</Words>
  <Application>Microsoft Office PowerPoint</Application>
  <PresentationFormat>On-screen Show (4:3)</PresentationFormat>
  <Paragraphs>13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Clarity</vt:lpstr>
      <vt:lpstr>eChart Design</vt:lpstr>
      <vt:lpstr>The EsuperFund Home Page</vt:lpstr>
      <vt:lpstr>The EsuperFund Home Page</vt:lpstr>
      <vt:lpstr>Echart Client</vt:lpstr>
      <vt:lpstr>Echart Client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 Bing</dc:creator>
  <cp:lastModifiedBy>Yang Bing</cp:lastModifiedBy>
  <cp:revision>47</cp:revision>
  <dcterms:created xsi:type="dcterms:W3CDTF">2011-09-01T02:26:41Z</dcterms:created>
  <dcterms:modified xsi:type="dcterms:W3CDTF">2011-09-01T07:43:43Z</dcterms:modified>
</cp:coreProperties>
</file>